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153"/>
                </a:solidFill>
                <a:latin typeface="Calibri"/>
              </a:defRPr>
            </a:pPr>
            <a:r>
              <a:t>Q2 growth comes with a margin warning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Synthetic reference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Q1 2026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Q2 2026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+100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Net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$127,000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$138,000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+8.66%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$50,100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$53,700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+$3,600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Contribution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39.45%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38.91%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-0.54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Refund dollar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3.79%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4.17%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+0.38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813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153"/>
                </a:solidFill>
                <a:latin typeface="Calibri"/>
              </a:defRPr>
            </a:pPr>
            <a:r>
              <a:t>North / Partner leads; South / Direct declines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Q1 net revenue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Q2 net revenue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North / 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$46,000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$52,200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+$6,200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North / 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$42,000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+$7,000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South / 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$29,000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-$5,000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South / 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$17,000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$19,800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+$2,800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$127,000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$138,000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+$11,000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813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153"/>
                </a:solidFill>
                <a:latin typeface="Calibri"/>
              </a:defRPr>
            </a:pPr>
            <a:r>
              <a:t>Investigate South / Direct before assigning a cause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Observe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Follow up</a:t>
                      </a:r>
                    </a:p>
                  </a:txBody>
                  <a:tcPr>
                    <a:solidFill>
                      <a:srgbClr val="EAF0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Net revenue fell 17.24%.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Request order-level sales detail.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Refund dollar ratio: 3.33% to 9.09%.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Request refund reasons and timing.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No customer IDs, target or prior-year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Do not infer churn or seasonality.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Sources: revenue.csv; metric-definitions.md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Recalculate using calculate.py.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Synthetic, independently generated CLI reference.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83153"/>
                          </a:solidFill>
                          <a:latin typeface="Calibri"/>
                        </a:defRPr>
                      </a:pPr>
                      <a:r>
                        <a:t>Not an application or LLM result.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8136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revenue review</dc:title>
  <dc:subject/>
  <dc:creator>Bowra</dc:creator>
  <cp:keywords/>
  <dc:description>generated using python-pptx</dc:description>
  <cp:lastModifiedBy>Bowra</cp:lastModifiedBy>
  <cp:revision>1</cp:revision>
  <dcterms:created xsi:type="dcterms:W3CDTF">2013-01-27T09:14:16Z</dcterms:created>
  <dcterms:modified xsi:type="dcterms:W3CDTF">2013-01-27T09:15:58Z</dcterms:modified>
  <cp:category/>
</cp:coreProperties>
</file>