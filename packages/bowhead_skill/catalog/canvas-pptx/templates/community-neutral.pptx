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example</c:v>
                </c:pt>
              </c:strCache>
            </c:strRef>
          </c:tx>
          <c:spPr>
            <a:solidFill>
              <a:srgbClr val="167D8D"/>
            </a:solidFill>
            <a:ln>
              <a:solidFill>
                <a:srgbClr val="167D8D"/>
              </a:solidFill>
            </a:ln>
          </c:spPr>
          <c:cat>
            <c:strRef>
              <c:f>Sheet1!$A$2:$A$3</c:f>
              <c:strCache>
                <c:ptCount val="2"/>
                <c:pt idx="0">
                  <c:v>Example A</c:v>
                </c:pt>
                <c:pt idx="1">
                  <c:v>Example 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example</c:v>
                </c:pt>
              </c:strCache>
            </c:strRef>
          </c:tx>
          <c:spPr>
            <a:solidFill>
              <a:srgbClr val="167D8D"/>
            </a:solidFill>
            <a:ln>
              <a:solidFill>
                <a:srgbClr val="167D8D"/>
              </a:solidFill>
            </a:ln>
          </c:spPr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Example A</c:v>
                </c:pt>
                <c:pt idx="1">
                  <c:v>Example 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KPI_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HAR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ot 0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167D8D"/>
                </a:solidFill>
                <a:latin typeface="Arial"/>
              </a:rPr>
              <a:t/>
            </a:r>
          </a:p>
        </p:txBody>
      </p:sp>
      <p:sp>
        <p:nvSpPr>
          <p:cNvPr id="3" name="Slot 1"/>
          <p:cNvSpPr txBox="1"/>
          <p:nvPr/>
        </p:nvSpPr>
        <p:spPr>
          <a:xfrm>
            <a:off x="731520" y="13716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4" name="Slot 2"/>
          <p:cNvSpPr txBox="1"/>
          <p:nvPr/>
        </p:nvSpPr>
        <p:spPr>
          <a:xfrm>
            <a:off x="731520" y="1920240"/>
            <a:ext cx="106984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2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5" name="Slot 3"/>
          <p:cNvSpPr txBox="1"/>
          <p:nvPr/>
        </p:nvSpPr>
        <p:spPr>
          <a:xfrm>
            <a:off x="731520" y="3840480"/>
            <a:ext cx="9875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>
                <a:solidFill>
                  <a:srgbClr val="5C697B"/>
                </a:solidFill>
                <a:latin typeface="Arial"/>
              </a:rPr>
              <a:t/>
            </a:r>
          </a:p>
        </p:txBody>
      </p:sp>
      <p:sp>
        <p:nvSpPr>
          <p:cNvPr id="6" name="Slot 4"/>
          <p:cNvSpPr txBox="1"/>
          <p:nvPr/>
        </p:nvSpPr>
        <p:spPr>
          <a:xfrm>
            <a:off x="731520" y="5760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7" name="Slot 5"/>
          <p:cNvSpPr txBox="1"/>
          <p:nvPr/>
        </p:nvSpPr>
        <p:spPr>
          <a:xfrm>
            <a:off x="6858000" y="576072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5C697B"/>
                </a:solidFill>
                <a:latin typeface="Arial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48640"/>
            <a:ext cx="1097280" cy="82296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384048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ot 1"/>
          <p:cNvSpPr txBox="1"/>
          <p:nvPr/>
        </p:nvSpPr>
        <p:spPr>
          <a:xfrm>
            <a:off x="731520" y="49377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167D8D"/>
                </a:solidFill>
                <a:latin typeface="Arial"/>
              </a:rPr>
              <a:t/>
            </a:r>
          </a:p>
        </p:txBody>
      </p:sp>
      <p:sp>
        <p:nvSpPr>
          <p:cNvPr id="4" name="Slot 2"/>
          <p:cNvSpPr txBox="1"/>
          <p:nvPr/>
        </p:nvSpPr>
        <p:spPr>
          <a:xfrm>
            <a:off x="731520" y="1078992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5" name="Slot 3"/>
          <p:cNvSpPr txBox="1"/>
          <p:nvPr/>
        </p:nvSpPr>
        <p:spPr>
          <a:xfrm>
            <a:off x="731520" y="1938528"/>
            <a:ext cx="106984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>
                <a:solidFill>
                  <a:srgbClr val="5C697B"/>
                </a:solidFill>
                <a:latin typeface="Arial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816352"/>
            <a:ext cx="3401568" cy="157276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 5"/>
          <p:cNvSpPr txBox="1"/>
          <p:nvPr/>
        </p:nvSpPr>
        <p:spPr>
          <a:xfrm>
            <a:off x="914400" y="3017520"/>
            <a:ext cx="3035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167D8D"/>
                </a:solidFill>
                <a:latin typeface="Arial"/>
              </a:rPr>
              <a:t/>
            </a:r>
          </a:p>
        </p:txBody>
      </p:sp>
      <p:sp>
        <p:nvSpPr>
          <p:cNvPr id="8" name="Slot 6"/>
          <p:cNvSpPr txBox="1"/>
          <p:nvPr/>
        </p:nvSpPr>
        <p:spPr>
          <a:xfrm>
            <a:off x="914400" y="3511296"/>
            <a:ext cx="303580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816352"/>
            <a:ext cx="3401568" cy="157276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lot 8"/>
          <p:cNvSpPr txBox="1"/>
          <p:nvPr/>
        </p:nvSpPr>
        <p:spPr>
          <a:xfrm>
            <a:off x="4572000" y="3017520"/>
            <a:ext cx="3035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167D8D"/>
                </a:solidFill>
                <a:latin typeface="Arial"/>
              </a:rPr>
              <a:t/>
            </a:r>
          </a:p>
        </p:txBody>
      </p:sp>
      <p:sp>
        <p:nvSpPr>
          <p:cNvPr id="11" name="Slot 9"/>
          <p:cNvSpPr txBox="1"/>
          <p:nvPr/>
        </p:nvSpPr>
        <p:spPr>
          <a:xfrm>
            <a:off x="4572000" y="3511296"/>
            <a:ext cx="303580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816352"/>
            <a:ext cx="3401568" cy="157276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lot 11"/>
          <p:cNvSpPr txBox="1"/>
          <p:nvPr/>
        </p:nvSpPr>
        <p:spPr>
          <a:xfrm>
            <a:off x="8229600" y="3017520"/>
            <a:ext cx="30358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167D8D"/>
                </a:solidFill>
                <a:latin typeface="Arial"/>
              </a:rPr>
              <a:t/>
            </a:r>
          </a:p>
        </p:txBody>
      </p:sp>
      <p:sp>
        <p:nvSpPr>
          <p:cNvPr id="14" name="Slot 12"/>
          <p:cNvSpPr txBox="1"/>
          <p:nvPr/>
        </p:nvSpPr>
        <p:spPr>
          <a:xfrm>
            <a:off x="8229600" y="3511296"/>
            <a:ext cx="303580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800600"/>
            <a:ext cx="10716768" cy="123444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lot 14"/>
          <p:cNvSpPr txBox="1"/>
          <p:nvPr/>
        </p:nvSpPr>
        <p:spPr>
          <a:xfrm>
            <a:off x="914400" y="4992624"/>
            <a:ext cx="10351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167D8D"/>
                </a:solidFill>
                <a:latin typeface="Arial"/>
              </a:rPr>
              <a:t>RECOMMENDATION</a:t>
            </a:r>
          </a:p>
        </p:txBody>
      </p:sp>
      <p:sp>
        <p:nvSpPr>
          <p:cNvPr id="17" name="Slot 15"/>
          <p:cNvSpPr txBox="1"/>
          <p:nvPr/>
        </p:nvSpPr>
        <p:spPr>
          <a:xfrm>
            <a:off x="914400" y="5468112"/>
            <a:ext cx="1035100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243247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384048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ot 1"/>
          <p:cNvSpPr txBox="1"/>
          <p:nvPr/>
        </p:nvSpPr>
        <p:spPr>
          <a:xfrm>
            <a:off x="731520" y="49377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167D8D"/>
                </a:solidFill>
                <a:latin typeface="Arial"/>
              </a:rPr>
              <a:t/>
            </a:r>
          </a:p>
        </p:txBody>
      </p:sp>
      <p:sp>
        <p:nvSpPr>
          <p:cNvPr id="4" name="Slot 2"/>
          <p:cNvSpPr txBox="1"/>
          <p:nvPr/>
        </p:nvSpPr>
        <p:spPr>
          <a:xfrm>
            <a:off x="731520" y="1078992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5" name="Slot 3"/>
          <p:cNvSpPr txBox="1"/>
          <p:nvPr/>
        </p:nvSpPr>
        <p:spPr>
          <a:xfrm>
            <a:off x="731520" y="1938528"/>
            <a:ext cx="106984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>
                <a:solidFill>
                  <a:srgbClr val="5C697B"/>
                </a:solidFill>
                <a:latin typeface="Arial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834640"/>
            <a:ext cx="2487168" cy="2057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 5"/>
          <p:cNvSpPr txBox="1"/>
          <p:nvPr/>
        </p:nvSpPr>
        <p:spPr>
          <a:xfrm>
            <a:off x="877824" y="3044952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C697B"/>
                </a:solidFill>
                <a:latin typeface="Arial"/>
              </a:rPr>
              <a:t/>
            </a:r>
          </a:p>
        </p:txBody>
      </p:sp>
      <p:sp>
        <p:nvSpPr>
          <p:cNvPr id="8" name="Slot 6"/>
          <p:cNvSpPr txBox="1"/>
          <p:nvPr/>
        </p:nvSpPr>
        <p:spPr>
          <a:xfrm>
            <a:off x="877824" y="365760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9" name="Slot 7"/>
          <p:cNvSpPr txBox="1"/>
          <p:nvPr/>
        </p:nvSpPr>
        <p:spPr>
          <a:xfrm>
            <a:off x="877824" y="44439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5C697B"/>
                </a:solidFill>
                <a:latin typeface="Arial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834640"/>
            <a:ext cx="2487168" cy="2057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lot 9"/>
          <p:cNvSpPr txBox="1"/>
          <p:nvPr/>
        </p:nvSpPr>
        <p:spPr>
          <a:xfrm>
            <a:off x="3621024" y="3044952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C697B"/>
                </a:solidFill>
                <a:latin typeface="Arial"/>
              </a:rPr>
              <a:t/>
            </a:r>
          </a:p>
        </p:txBody>
      </p:sp>
      <p:sp>
        <p:nvSpPr>
          <p:cNvPr id="12" name="Slot 10"/>
          <p:cNvSpPr txBox="1"/>
          <p:nvPr/>
        </p:nvSpPr>
        <p:spPr>
          <a:xfrm>
            <a:off x="3621024" y="365760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13" name="Slot 11"/>
          <p:cNvSpPr txBox="1"/>
          <p:nvPr/>
        </p:nvSpPr>
        <p:spPr>
          <a:xfrm>
            <a:off x="3621024" y="44439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5C697B"/>
                </a:solidFill>
                <a:latin typeface="Arial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834640"/>
            <a:ext cx="2487168" cy="2057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lot 13"/>
          <p:cNvSpPr txBox="1"/>
          <p:nvPr/>
        </p:nvSpPr>
        <p:spPr>
          <a:xfrm>
            <a:off x="6364224" y="3044952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C697B"/>
                </a:solidFill>
                <a:latin typeface="Arial"/>
              </a:rPr>
              <a:t/>
            </a:r>
          </a:p>
        </p:txBody>
      </p:sp>
      <p:sp>
        <p:nvSpPr>
          <p:cNvPr id="16" name="Slot 14"/>
          <p:cNvSpPr txBox="1"/>
          <p:nvPr/>
        </p:nvSpPr>
        <p:spPr>
          <a:xfrm>
            <a:off x="6364224" y="365760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17" name="Slot 15"/>
          <p:cNvSpPr txBox="1"/>
          <p:nvPr/>
        </p:nvSpPr>
        <p:spPr>
          <a:xfrm>
            <a:off x="6364224" y="44439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5C697B"/>
                </a:solidFill>
                <a:latin typeface="Arial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2834640"/>
            <a:ext cx="2487168" cy="2057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lot 17"/>
          <p:cNvSpPr txBox="1"/>
          <p:nvPr/>
        </p:nvSpPr>
        <p:spPr>
          <a:xfrm>
            <a:off x="9107424" y="3044952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C697B"/>
                </a:solidFill>
                <a:latin typeface="Arial"/>
              </a:rPr>
              <a:t/>
            </a:r>
          </a:p>
        </p:txBody>
      </p:sp>
      <p:sp>
        <p:nvSpPr>
          <p:cNvPr id="20" name="Slot 18"/>
          <p:cNvSpPr txBox="1"/>
          <p:nvPr/>
        </p:nvSpPr>
        <p:spPr>
          <a:xfrm>
            <a:off x="9107424" y="365760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21" name="Slot 19"/>
          <p:cNvSpPr txBox="1"/>
          <p:nvPr/>
        </p:nvSpPr>
        <p:spPr>
          <a:xfrm>
            <a:off x="9107424" y="44439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5C697B"/>
                </a:solidFill>
                <a:latin typeface="Arial"/>
              </a:rPr>
              <a:t/>
            </a:r>
          </a:p>
        </p:txBody>
      </p:sp>
      <p:sp>
        <p:nvSpPr>
          <p:cNvPr id="22" name="Slot 20"/>
          <p:cNvSpPr txBox="1"/>
          <p:nvPr/>
        </p:nvSpPr>
        <p:spPr>
          <a:xfrm>
            <a:off x="731520" y="5303520"/>
            <a:ext cx="1069848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>
                <a:solidFill>
                  <a:srgbClr val="5C697B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384048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ot 1"/>
          <p:cNvSpPr txBox="1"/>
          <p:nvPr/>
        </p:nvSpPr>
        <p:spPr>
          <a:xfrm>
            <a:off x="731520" y="49377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167D8D"/>
                </a:solidFill>
                <a:latin typeface="Arial"/>
              </a:rPr>
              <a:t/>
            </a:r>
          </a:p>
        </p:txBody>
      </p:sp>
      <p:sp>
        <p:nvSpPr>
          <p:cNvPr id="4" name="Slot 2"/>
          <p:cNvSpPr txBox="1"/>
          <p:nvPr/>
        </p:nvSpPr>
        <p:spPr>
          <a:xfrm>
            <a:off x="731520" y="1078992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5" name="Slot 3"/>
          <p:cNvSpPr txBox="1"/>
          <p:nvPr/>
        </p:nvSpPr>
        <p:spPr>
          <a:xfrm>
            <a:off x="731520" y="1938528"/>
            <a:ext cx="106984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>
                <a:solidFill>
                  <a:srgbClr val="5C697B"/>
                </a:solidFill>
                <a:latin typeface="Arial"/>
              </a:rPr>
              <a:t/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2788920"/>
          <a:ext cx="66751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818120" y="2788920"/>
            <a:ext cx="3630168" cy="333756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lot 6"/>
          <p:cNvSpPr txBox="1"/>
          <p:nvPr/>
        </p:nvSpPr>
        <p:spPr>
          <a:xfrm>
            <a:off x="8028431" y="2999232"/>
            <a:ext cx="32095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167D8D"/>
                </a:solidFill>
                <a:latin typeface="Arial"/>
              </a:rPr>
              <a:t>INSIGHT</a:t>
            </a:r>
          </a:p>
        </p:txBody>
      </p:sp>
      <p:sp>
        <p:nvSpPr>
          <p:cNvPr id="9" name="Slot 7"/>
          <p:cNvSpPr txBox="1"/>
          <p:nvPr/>
        </p:nvSpPr>
        <p:spPr>
          <a:xfrm>
            <a:off x="8028431" y="3538728"/>
            <a:ext cx="32095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10" name="Slot 8"/>
          <p:cNvSpPr txBox="1"/>
          <p:nvPr/>
        </p:nvSpPr>
        <p:spPr>
          <a:xfrm>
            <a:off x="8028431" y="4681728"/>
            <a:ext cx="3209544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5C697B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384048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ot 1"/>
          <p:cNvSpPr txBox="1"/>
          <p:nvPr/>
        </p:nvSpPr>
        <p:spPr>
          <a:xfrm>
            <a:off x="731520" y="49377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167D8D"/>
                </a:solidFill>
                <a:latin typeface="Arial"/>
              </a:rPr>
              <a:t/>
            </a:r>
          </a:p>
        </p:txBody>
      </p:sp>
      <p:sp>
        <p:nvSpPr>
          <p:cNvPr id="4" name="Slot 2"/>
          <p:cNvSpPr txBox="1"/>
          <p:nvPr/>
        </p:nvSpPr>
        <p:spPr>
          <a:xfrm>
            <a:off x="731520" y="1078992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5" name="Slot 3"/>
          <p:cNvSpPr txBox="1"/>
          <p:nvPr/>
        </p:nvSpPr>
        <p:spPr>
          <a:xfrm>
            <a:off x="731520" y="1938528"/>
            <a:ext cx="106984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>
                <a:solidFill>
                  <a:srgbClr val="5C697B"/>
                </a:solidFill>
                <a:latin typeface="Arial"/>
              </a:rPr>
              <a:t/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2788920"/>
          <a:ext cx="66751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818120" y="2788920"/>
            <a:ext cx="3630168" cy="333756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lot 6"/>
          <p:cNvSpPr txBox="1"/>
          <p:nvPr/>
        </p:nvSpPr>
        <p:spPr>
          <a:xfrm>
            <a:off x="8028431" y="2999232"/>
            <a:ext cx="32095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167D8D"/>
                </a:solidFill>
                <a:latin typeface="Arial"/>
              </a:rPr>
              <a:t>INSIGHT</a:t>
            </a:r>
          </a:p>
        </p:txBody>
      </p:sp>
      <p:sp>
        <p:nvSpPr>
          <p:cNvPr id="9" name="Slot 7"/>
          <p:cNvSpPr txBox="1"/>
          <p:nvPr/>
        </p:nvSpPr>
        <p:spPr>
          <a:xfrm>
            <a:off x="8028431" y="3538728"/>
            <a:ext cx="32095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10" name="Slot 8"/>
          <p:cNvSpPr txBox="1"/>
          <p:nvPr/>
        </p:nvSpPr>
        <p:spPr>
          <a:xfrm>
            <a:off x="8028431" y="4681728"/>
            <a:ext cx="3209544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5C697B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384048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ot 1"/>
          <p:cNvSpPr txBox="1"/>
          <p:nvPr/>
        </p:nvSpPr>
        <p:spPr>
          <a:xfrm>
            <a:off x="731520" y="49377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167D8D"/>
                </a:solidFill>
                <a:latin typeface="Arial"/>
              </a:rPr>
              <a:t/>
            </a:r>
          </a:p>
        </p:txBody>
      </p:sp>
      <p:sp>
        <p:nvSpPr>
          <p:cNvPr id="4" name="Slot 2"/>
          <p:cNvSpPr txBox="1"/>
          <p:nvPr/>
        </p:nvSpPr>
        <p:spPr>
          <a:xfrm>
            <a:off x="731520" y="1078992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5" name="Slot 3"/>
          <p:cNvSpPr txBox="1"/>
          <p:nvPr/>
        </p:nvSpPr>
        <p:spPr>
          <a:xfrm>
            <a:off x="731520" y="1938528"/>
            <a:ext cx="106984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>
                <a:solidFill>
                  <a:srgbClr val="5C697B"/>
                </a:solidFill>
                <a:latin typeface="Arial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88920"/>
            <a:ext cx="3401568" cy="358444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 5"/>
          <p:cNvSpPr txBox="1"/>
          <p:nvPr/>
        </p:nvSpPr>
        <p:spPr>
          <a:xfrm>
            <a:off x="731520" y="2788920"/>
            <a:ext cx="9144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8" name="Slot 6"/>
          <p:cNvSpPr txBox="1"/>
          <p:nvPr/>
        </p:nvSpPr>
        <p:spPr>
          <a:xfrm>
            <a:off x="731520" y="2788920"/>
            <a:ext cx="9144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9" name="Slot 7"/>
          <p:cNvSpPr txBox="1"/>
          <p:nvPr/>
        </p:nvSpPr>
        <p:spPr>
          <a:xfrm>
            <a:off x="914400" y="2990088"/>
            <a:ext cx="303580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167D8D"/>
                </a:solidFill>
                <a:latin typeface="Arial"/>
              </a:rPr>
              <a:t/>
            </a:r>
          </a:p>
        </p:txBody>
      </p:sp>
      <p:sp>
        <p:nvSpPr>
          <p:cNvPr id="10" name="Slot 8"/>
          <p:cNvSpPr txBox="1"/>
          <p:nvPr/>
        </p:nvSpPr>
        <p:spPr>
          <a:xfrm>
            <a:off x="914400" y="3520440"/>
            <a:ext cx="30358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11" name="Slot 9"/>
          <p:cNvSpPr txBox="1"/>
          <p:nvPr/>
        </p:nvSpPr>
        <p:spPr>
          <a:xfrm>
            <a:off x="914400" y="4407408"/>
            <a:ext cx="303580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C697B"/>
                </a:solidFill>
                <a:latin typeface="Arial"/>
              </a:rPr>
              <a:t/>
            </a:r>
          </a:p>
        </p:txBody>
      </p:sp>
      <p:sp>
        <p:nvSpPr>
          <p:cNvPr id="12" name="Slot 10"/>
          <p:cNvSpPr txBox="1"/>
          <p:nvPr/>
        </p:nvSpPr>
        <p:spPr>
          <a:xfrm>
            <a:off x="914400" y="5312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167D8D"/>
                </a:solidFill>
                <a:latin typeface="Arial"/>
              </a:rPr>
              <a:t>OWNER</a:t>
            </a:r>
          </a:p>
        </p:txBody>
      </p:sp>
      <p:sp>
        <p:nvSpPr>
          <p:cNvPr id="13" name="Slot 11"/>
          <p:cNvSpPr txBox="1"/>
          <p:nvPr/>
        </p:nvSpPr>
        <p:spPr>
          <a:xfrm>
            <a:off x="1636776" y="5294376"/>
            <a:ext cx="230428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14" name="Slot 12"/>
          <p:cNvSpPr txBox="1"/>
          <p:nvPr/>
        </p:nvSpPr>
        <p:spPr>
          <a:xfrm>
            <a:off x="914400" y="58521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167D8D"/>
                </a:solidFill>
                <a:latin typeface="Arial"/>
              </a:rPr>
              <a:t>WHEN</a:t>
            </a:r>
          </a:p>
        </p:txBody>
      </p:sp>
      <p:sp>
        <p:nvSpPr>
          <p:cNvPr id="15" name="Slot 13"/>
          <p:cNvSpPr txBox="1"/>
          <p:nvPr/>
        </p:nvSpPr>
        <p:spPr>
          <a:xfrm>
            <a:off x="1636776" y="5833872"/>
            <a:ext cx="230428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788920"/>
            <a:ext cx="3401568" cy="358444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lot 15"/>
          <p:cNvSpPr txBox="1"/>
          <p:nvPr/>
        </p:nvSpPr>
        <p:spPr>
          <a:xfrm>
            <a:off x="4389120" y="2788920"/>
            <a:ext cx="9144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18" name="Slot 16"/>
          <p:cNvSpPr txBox="1"/>
          <p:nvPr/>
        </p:nvSpPr>
        <p:spPr>
          <a:xfrm>
            <a:off x="4389120" y="2788920"/>
            <a:ext cx="9144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19" name="Slot 17"/>
          <p:cNvSpPr txBox="1"/>
          <p:nvPr/>
        </p:nvSpPr>
        <p:spPr>
          <a:xfrm>
            <a:off x="4572000" y="2990088"/>
            <a:ext cx="303580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167D8D"/>
                </a:solidFill>
                <a:latin typeface="Arial"/>
              </a:rPr>
              <a:t/>
            </a:r>
          </a:p>
        </p:txBody>
      </p:sp>
      <p:sp>
        <p:nvSpPr>
          <p:cNvPr id="20" name="Slot 18"/>
          <p:cNvSpPr txBox="1"/>
          <p:nvPr/>
        </p:nvSpPr>
        <p:spPr>
          <a:xfrm>
            <a:off x="4572000" y="3520440"/>
            <a:ext cx="30358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21" name="Slot 19"/>
          <p:cNvSpPr txBox="1"/>
          <p:nvPr/>
        </p:nvSpPr>
        <p:spPr>
          <a:xfrm>
            <a:off x="4572000" y="4407408"/>
            <a:ext cx="303580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C697B"/>
                </a:solidFill>
                <a:latin typeface="Arial"/>
              </a:rPr>
              <a:t/>
            </a:r>
          </a:p>
        </p:txBody>
      </p:sp>
      <p:sp>
        <p:nvSpPr>
          <p:cNvPr id="22" name="Slot 20"/>
          <p:cNvSpPr txBox="1"/>
          <p:nvPr/>
        </p:nvSpPr>
        <p:spPr>
          <a:xfrm>
            <a:off x="4572000" y="5312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167D8D"/>
                </a:solidFill>
                <a:latin typeface="Arial"/>
              </a:rPr>
              <a:t>OWNER</a:t>
            </a:r>
          </a:p>
        </p:txBody>
      </p:sp>
      <p:sp>
        <p:nvSpPr>
          <p:cNvPr id="23" name="Slot 21"/>
          <p:cNvSpPr txBox="1"/>
          <p:nvPr/>
        </p:nvSpPr>
        <p:spPr>
          <a:xfrm>
            <a:off x="5294376" y="5294376"/>
            <a:ext cx="230428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24" name="Slot 22"/>
          <p:cNvSpPr txBox="1"/>
          <p:nvPr/>
        </p:nvSpPr>
        <p:spPr>
          <a:xfrm>
            <a:off x="4572000" y="58521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167D8D"/>
                </a:solidFill>
                <a:latin typeface="Arial"/>
              </a:rPr>
              <a:t>WHEN</a:t>
            </a:r>
          </a:p>
        </p:txBody>
      </p:sp>
      <p:sp>
        <p:nvSpPr>
          <p:cNvPr id="25" name="Slot 23"/>
          <p:cNvSpPr txBox="1"/>
          <p:nvPr/>
        </p:nvSpPr>
        <p:spPr>
          <a:xfrm>
            <a:off x="5294376" y="5833872"/>
            <a:ext cx="230428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2788920"/>
            <a:ext cx="3401568" cy="3584448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lot 25"/>
          <p:cNvSpPr txBox="1"/>
          <p:nvPr/>
        </p:nvSpPr>
        <p:spPr>
          <a:xfrm>
            <a:off x="8046720" y="2788920"/>
            <a:ext cx="9144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28" name="Slot 26"/>
          <p:cNvSpPr txBox="1"/>
          <p:nvPr/>
        </p:nvSpPr>
        <p:spPr>
          <a:xfrm>
            <a:off x="8046720" y="2788920"/>
            <a:ext cx="9144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29" name="Slot 27"/>
          <p:cNvSpPr txBox="1"/>
          <p:nvPr/>
        </p:nvSpPr>
        <p:spPr>
          <a:xfrm>
            <a:off x="8229600" y="2990088"/>
            <a:ext cx="303580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167D8D"/>
                </a:solidFill>
                <a:latin typeface="Arial"/>
              </a:rPr>
              <a:t/>
            </a:r>
          </a:p>
        </p:txBody>
      </p:sp>
      <p:sp>
        <p:nvSpPr>
          <p:cNvPr id="30" name="Slot 28"/>
          <p:cNvSpPr txBox="1"/>
          <p:nvPr/>
        </p:nvSpPr>
        <p:spPr>
          <a:xfrm>
            <a:off x="8229600" y="3520440"/>
            <a:ext cx="30358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31" name="Slot 29"/>
          <p:cNvSpPr txBox="1"/>
          <p:nvPr/>
        </p:nvSpPr>
        <p:spPr>
          <a:xfrm>
            <a:off x="8229600" y="4407408"/>
            <a:ext cx="303580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C697B"/>
                </a:solidFill>
                <a:latin typeface="Arial"/>
              </a:rPr>
              <a:t/>
            </a:r>
          </a:p>
        </p:txBody>
      </p:sp>
      <p:sp>
        <p:nvSpPr>
          <p:cNvPr id="32" name="Slot 30"/>
          <p:cNvSpPr txBox="1"/>
          <p:nvPr/>
        </p:nvSpPr>
        <p:spPr>
          <a:xfrm>
            <a:off x="8229600" y="5312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167D8D"/>
                </a:solidFill>
                <a:latin typeface="Arial"/>
              </a:rPr>
              <a:t>OWNER</a:t>
            </a:r>
          </a:p>
        </p:txBody>
      </p:sp>
      <p:sp>
        <p:nvSpPr>
          <p:cNvPr id="33" name="Slot 31"/>
          <p:cNvSpPr txBox="1"/>
          <p:nvPr/>
        </p:nvSpPr>
        <p:spPr>
          <a:xfrm>
            <a:off x="8951976" y="5294376"/>
            <a:ext cx="230428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34" name="Slot 32"/>
          <p:cNvSpPr txBox="1"/>
          <p:nvPr/>
        </p:nvSpPr>
        <p:spPr>
          <a:xfrm>
            <a:off x="8229600" y="58521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167D8D"/>
                </a:solidFill>
                <a:latin typeface="Arial"/>
              </a:rPr>
              <a:t>WHEN</a:t>
            </a:r>
          </a:p>
        </p:txBody>
      </p:sp>
      <p:sp>
        <p:nvSpPr>
          <p:cNvPr id="35" name="Slot 33"/>
          <p:cNvSpPr txBox="1"/>
          <p:nvPr/>
        </p:nvSpPr>
        <p:spPr>
          <a:xfrm>
            <a:off x="8951976" y="5833872"/>
            <a:ext cx="230428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243247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ot 0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167D8D"/>
                </a:solidFill>
                <a:latin typeface="Arial"/>
              </a:rPr>
              <a:t/>
            </a:r>
          </a:p>
        </p:txBody>
      </p:sp>
      <p:sp>
        <p:nvSpPr>
          <p:cNvPr id="3" name="Slot 1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>
                <a:solidFill>
                  <a:srgbClr val="243247"/>
                </a:solidFill>
                <a:latin typeface="Arial"/>
              </a:rPr>
              <a:t>Thank you.</a:t>
            </a:r>
          </a:p>
        </p:txBody>
      </p:sp>
      <p:sp>
        <p:nvSpPr>
          <p:cNvPr id="4" name="Slot 2"/>
          <p:cNvSpPr txBox="1"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5" name="Slot 3"/>
          <p:cNvSpPr txBox="1"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6" name="Slot 4"/>
          <p:cNvSpPr txBox="1"/>
          <p:nvPr/>
        </p:nvSpPr>
        <p:spPr>
          <a:xfrm>
            <a:off x="731520" y="5760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243247"/>
                </a:solidFill>
                <a:latin typeface="Arial"/>
              </a:rPr>
              <a:t/>
            </a:r>
          </a:p>
        </p:txBody>
      </p:sp>
      <p:sp>
        <p:nvSpPr>
          <p:cNvPr id="7" name="Slot 5"/>
          <p:cNvSpPr txBox="1"/>
          <p:nvPr/>
        </p:nvSpPr>
        <p:spPr>
          <a:xfrm>
            <a:off x="6858000" y="576072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5C697B"/>
                </a:solidFill>
                <a:latin typeface="Arial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48640"/>
            <a:ext cx="1097280" cy="82296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python-pptx</Application>
  <PresentationFormat>Widescreen (16:9)</PresentationFormat>
  <Paragraphs>0</Paragraphs>
  <Slides>7</Slides>
  <Notes>0</Notes>
  <HiddenSlides>0</HiddenSlides>
  <MMClips>0</MMClips>
  <ScaleCrop>false</ScaleCrop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neutral role template</dc:title>
  <dc:subject/>
  <dc:creator/>
  <cp:keywords/>
  <dc:description/>
  <cp:lastModifiedBy/>
  <cp:revision>1</cp:revision>
  <dcterms:created xsi:type="dcterms:W3CDTF">2000-01-01T00:00:00Z</dcterms:created>
  <dcterms:modified xsi:type="dcterms:W3CDTF">2000-01-01T00:00:00Z</dcterms:modified>
  <cp:category/>
</cp:coreProperties>
</file>